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2" r:id="rId5"/>
    <p:sldId id="260" r:id="rId6"/>
    <p:sldId id="264" r:id="rId7"/>
    <p:sldId id="263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233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3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48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05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67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4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55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7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42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592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53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48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4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3791" y="1903343"/>
            <a:ext cx="7807187" cy="1440388"/>
          </a:xfrm>
        </p:spPr>
        <p:txBody>
          <a:bodyPr>
            <a:normAutofit/>
          </a:bodyPr>
          <a:lstStyle/>
          <a:p>
            <a:r>
              <a:rPr sz="4400" dirty="0"/>
              <a:t>AIRA – AI Infrastructure Resilience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791" y="3590840"/>
            <a:ext cx="6906621" cy="977621"/>
          </a:xfrm>
        </p:spPr>
        <p:txBody>
          <a:bodyPr>
            <a:normAutofit/>
          </a:bodyPr>
          <a:lstStyle/>
          <a:p>
            <a:r>
              <a:rPr dirty="0"/>
              <a:t>An Agentic AI Solution for Smart Infrastructure Reporting</a:t>
            </a:r>
          </a:p>
          <a:p>
            <a:r>
              <a:rPr dirty="0"/>
              <a:t>Built with IBM </a:t>
            </a:r>
            <a:r>
              <a:rPr dirty="0" err="1"/>
              <a:t>watsonx</a:t>
            </a:r>
            <a:r>
              <a:rPr dirty="0"/>
              <a:t> Orchestrate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2A1E7-9FEF-7DEA-841C-56897D4A0277}"/>
              </a:ext>
            </a:extLst>
          </p:cNvPr>
          <p:cNvSpPr/>
          <p:nvPr/>
        </p:nvSpPr>
        <p:spPr>
          <a:xfrm>
            <a:off x="6008203" y="4636603"/>
            <a:ext cx="3135797" cy="904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Team_Name</a:t>
            </a:r>
            <a:r>
              <a:rPr lang="en-US" dirty="0"/>
              <a:t> : Katz_2025</a:t>
            </a:r>
          </a:p>
          <a:p>
            <a:r>
              <a:rPr lang="en-US" dirty="0"/>
              <a:t>Team Members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Sushanth Arunachalam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Dhwani Patel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Srujan Dasari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Kousik Gunasekaran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Shivendra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infrastructure reporting is fragmented and inefficient.</a:t>
            </a:r>
          </a:p>
          <a:p>
            <a:r>
              <a:t>Citizens face delays, confusion, and lack of updates when reporting issues like potholes or water leaks.</a:t>
            </a:r>
          </a:p>
          <a:p>
            <a:r>
              <a:t>Departments work in silos, causing redundant tasks and missed responsibilities.</a:t>
            </a:r>
          </a:p>
          <a:p>
            <a:r>
              <a:t>There's a growing need for intelligent automation to streamline issue collection and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AIRA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AIRA is a no-code assistant built with IBM watsonx Orchestrate.</a:t>
            </a:r>
          </a:p>
          <a:p>
            <a:r>
              <a:t>- Citizens report issues via chatbot</a:t>
            </a:r>
          </a:p>
          <a:p>
            <a:r>
              <a:t>- Classification agent identifies issue type (Road, Water, Electrical)</a:t>
            </a:r>
          </a:p>
          <a:p>
            <a:r>
              <a:t>- Orchestration agent assigns the task, generates ticket, and routes to the correct department</a:t>
            </a:r>
          </a:p>
          <a:p>
            <a:r>
              <a:t>- Status agent provides follow-up updates to citizens</a:t>
            </a:r>
          </a:p>
          <a:p>
            <a:r>
              <a:t>All logic is handled visually through flows—no backend or Python code used.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BF96-0E9A-127E-CA35-C22ED16D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B17B-FCDC-B566-CA13-EF4955ED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B6E4B-2EA9-91C0-CD0C-1B2ADBFE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135002"/>
            <a:ext cx="3827355" cy="345061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Conversational Agent (Watson Assistant): Collects input</a:t>
            </a:r>
          </a:p>
          <a:p>
            <a:r>
              <a:rPr dirty="0"/>
              <a:t>Classification Agent: Simulates issue type detection</a:t>
            </a:r>
          </a:p>
          <a:p>
            <a:r>
              <a:rPr dirty="0"/>
              <a:t>Orchestrator Agent: Routes, assigns, and confirms task</a:t>
            </a:r>
          </a:p>
          <a:p>
            <a:r>
              <a:rPr dirty="0"/>
              <a:t>Status Agent: Provides follow-up and status updates</a:t>
            </a:r>
          </a:p>
          <a:p>
            <a:r>
              <a:rPr dirty="0"/>
              <a:t>All agents operate independently but collaborate through orchestrated logic.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749548-3891-D779-2B2D-88D5A4441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243" y="1913283"/>
            <a:ext cx="2618960" cy="409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with IBM watsonx Orchestrate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entirely using the Assistant Builder (no code)</a:t>
            </a:r>
          </a:p>
          <a:p>
            <a:r>
              <a:rPr dirty="0"/>
              <a:t>Used question blocks, message blocks, conditional branches, and custom actions</a:t>
            </a:r>
          </a:p>
          <a:p>
            <a:r>
              <a:rPr dirty="0"/>
              <a:t>Demonstrates agent collaboration without skills-based or AI-based actions</a:t>
            </a:r>
          </a:p>
          <a:p>
            <a:r>
              <a:rPr dirty="0"/>
              <a:t>Future-ready: can integrate Skills and watsonx.ai once access is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3C6EB-0B6C-5CB6-9ECA-A58BBC7B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831E-CAA1-5001-DF6C-3638E074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Diagram of </a:t>
            </a:r>
            <a:r>
              <a:rPr lang="en-US" dirty="0" err="1"/>
              <a:t>aira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88B574-69FD-684C-53F3-D56552B34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10" y="2403958"/>
            <a:ext cx="7133979" cy="265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C662-36E2-9C52-CC09-5BAADF8C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DF35-484D-9102-B359-D89AA5D0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65" y="804520"/>
            <a:ext cx="7502969" cy="1049235"/>
          </a:xfrm>
        </p:spPr>
        <p:txBody>
          <a:bodyPr/>
          <a:lstStyle/>
          <a:p>
            <a:r>
              <a:rPr lang="en-US" dirty="0"/>
              <a:t>Visual Diagram of </a:t>
            </a:r>
            <a:r>
              <a:rPr lang="en-US" dirty="0" err="1"/>
              <a:t>aira_Assistant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C055F2-0034-6A03-60F2-7FC35575D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86" y="2033102"/>
            <a:ext cx="2690412" cy="39855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79FC19-44B4-0050-71E4-CD4519BDE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692" y="2033102"/>
            <a:ext cx="2690412" cy="40203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6BC31C-7B1E-9BF5-EF92-8F56F0D78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903" y="1985342"/>
            <a:ext cx="2571166" cy="395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7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Integrate Watsonx.ai for dynamic classification using LLMs</a:t>
            </a:r>
          </a:p>
          <a:p>
            <a:r>
              <a:rPr dirty="0"/>
              <a:t>Use skills-based actions to trigger real work orders and emails</a:t>
            </a:r>
          </a:p>
          <a:p>
            <a:r>
              <a:rPr dirty="0"/>
              <a:t>Create real-time dashboards for city officials</a:t>
            </a:r>
          </a:p>
          <a:p>
            <a:r>
              <a:rPr dirty="0"/>
              <a:t>Expand to multilingual support and regional customization</a:t>
            </a:r>
          </a:p>
          <a:p>
            <a:r>
              <a:rPr dirty="0"/>
              <a:t>AIRA reduces friction in civic reporting and brings departments into alignment.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B5AE-1539-FD02-4D1D-C9956DDB3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3BE7E1-10CB-5D4F-028F-5FC52123B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This solution is designed for Track 2 : Industry, Innovation &amp; Infrastructure, powered by orchestrated AI agents aligned with Track 1: Agent Mode Activated.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i="1" dirty="0"/>
              <a:t>We thank IBM and the Call for Code team for this amazing opportunity and guidance throughout the journey.</a:t>
            </a:r>
          </a:p>
          <a:p>
            <a:endParaRPr lang="en-US" dirty="0"/>
          </a:p>
          <a:p>
            <a:r>
              <a:rPr lang="en-US" i="1" dirty="0"/>
              <a:t>We are Team Katz_2025.</a:t>
            </a:r>
          </a:p>
          <a:p>
            <a:endParaRPr lang="en-US" dirty="0"/>
          </a:p>
          <a:p>
            <a:r>
              <a:rPr lang="en-US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7100290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</TotalTime>
  <Words>375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AIRA – AI Infrastructure Resilience Assistant</vt:lpstr>
      <vt:lpstr>Problem Statement</vt:lpstr>
      <vt:lpstr>The AIRA Solution</vt:lpstr>
      <vt:lpstr>Agentic AI Architecture</vt:lpstr>
      <vt:lpstr>Built with IBM watsonx Orchestrate</vt:lpstr>
      <vt:lpstr>Visual Diagram of aira</vt:lpstr>
      <vt:lpstr>Visual Diagram of aira_Assistant</vt:lpstr>
      <vt:lpstr>Future Plans and Impact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Sushanth Arunachalam [student]</cp:lastModifiedBy>
  <cp:revision>5</cp:revision>
  <dcterms:created xsi:type="dcterms:W3CDTF">2013-01-27T09:14:16Z</dcterms:created>
  <dcterms:modified xsi:type="dcterms:W3CDTF">2025-11-03T14:11:55Z</dcterms:modified>
  <cp:category/>
</cp:coreProperties>
</file>